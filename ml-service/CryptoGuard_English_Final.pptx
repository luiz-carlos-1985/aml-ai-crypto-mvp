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🛡️ CRYPTOGUARD 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INTELLIGENT ANTI-MONEY LAUNDERING SYSTEM</a:t>
            </a:r>
          </a:p>
          <a:p/>
          <a:p>
            <a:r>
              <a:t>✅ Real-Time Analysis</a:t>
            </a:r>
          </a:p>
          <a:p>
            <a:r>
              <a:t>✅ Advanced Machine Learning  </a:t>
            </a:r>
          </a:p>
          <a:p>
            <a:r>
              <a:t>✅ Regulatory Compliance</a:t>
            </a:r>
          </a:p>
          <a:p>
            <a:r>
              <a:t>✅ Modern Interface</a:t>
            </a:r>
          </a:p>
          <a:p>
            <a:r>
              <a:t>✅ Complete REST API</a:t>
            </a:r>
          </a:p>
          <a:p/>
          <a:p>
            <a:r>
              <a:t>Transforming AML Detection with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📊 MAIN DASHBOARD</a:t>
            </a:r>
          </a:p>
        </p:txBody>
      </p:sp>
      <p:pic>
        <p:nvPicPr>
          <p:cNvPr id="4" name="Picture 3" descr="dashboar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716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🤖 MACHINE LEARNING ANALYSIS</a:t>
            </a:r>
          </a:p>
        </p:txBody>
      </p:sp>
      <p:pic>
        <p:nvPicPr>
          <p:cNvPr id="4" name="Picture 3" descr="ml_analysi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716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💡 INNOVATIVE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🧠 ADVANCED MACHINE LEARNING</a:t>
            </a:r>
          </a:p>
          <a:p>
            <a:r>
              <a:t>• Random Forest with 94% accuracy</a:t>
            </a:r>
          </a:p>
          <a:p>
            <a:r>
              <a:t>• Neural Networks for pattern detection</a:t>
            </a:r>
          </a:p>
          <a:p>
            <a:r>
              <a:t>• Graph analysis for transaction networks</a:t>
            </a:r>
          </a:p>
          <a:p>
            <a:r>
              <a:t>• Real-time processing</a:t>
            </a:r>
          </a:p>
          <a:p/>
          <a:p>
            <a:r>
              <a:t>🔗 BLOCKCHAIN ANALYSIS</a:t>
            </a:r>
          </a:p>
          <a:p>
            <a:r>
              <a:t>• Multi-blockchain support</a:t>
            </a:r>
          </a:p>
          <a:p>
            <a:r>
              <a:t>• Suspicious transaction tracking</a:t>
            </a:r>
          </a:p>
          <a:p>
            <a:r>
              <a:t>• Mixer and tumbler detection</a:t>
            </a:r>
          </a:p>
          <a:p>
            <a:r>
              <a:t>• Risk address analysis</a:t>
            </a:r>
          </a:p>
          <a:p/>
          <a:p>
            <a:r>
              <a:t>⚡ PERFORMANCE</a:t>
            </a:r>
          </a:p>
          <a:p>
            <a:r>
              <a:t>• Thousands of transactions/second analysis</a:t>
            </a:r>
          </a:p>
          <a:p>
            <a:r>
              <a:t>• &lt;100ms latency</a:t>
            </a:r>
          </a:p>
          <a:p>
            <a:r>
              <a:t>• 99.9% availability</a:t>
            </a:r>
          </a:p>
          <a:p>
            <a:r>
              <a:t>• Horizontal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📈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💰 GLOBAL AML MARKET</a:t>
            </a:r>
          </a:p>
          <a:p>
            <a:r>
              <a:t>• Size: $3.5 billion (2024)</a:t>
            </a:r>
          </a:p>
          <a:p>
            <a:r>
              <a:t>• Growth: 15.8% annually</a:t>
            </a:r>
          </a:p>
          <a:p>
            <a:r>
              <a:t>• Crypto segment: $850 million</a:t>
            </a:r>
          </a:p>
          <a:p/>
          <a:p>
            <a:r>
              <a:t>🎯 OUR ADVANTAGE</a:t>
            </a:r>
          </a:p>
          <a:p>
            <a:r>
              <a:t>• First AI solution for crypto AML</a:t>
            </a:r>
          </a:p>
          <a:p>
            <a:r>
              <a:t>• 10x more accurate technology</a:t>
            </a:r>
          </a:p>
          <a:p>
            <a:r>
              <a:t>• Modern and intuitive interface</a:t>
            </a:r>
          </a:p>
          <a:p>
            <a:r>
              <a:t>• Automatic compliance</a:t>
            </a:r>
          </a:p>
          <a:p/>
          <a:p>
            <a:r>
              <a:t>🏦 TARGET CUSTOMERS</a:t>
            </a:r>
          </a:p>
          <a:p>
            <a:r>
              <a:t>• Cryptocurrency exchanges</a:t>
            </a:r>
          </a:p>
          <a:p>
            <a:r>
              <a:t>• Digital banks</a:t>
            </a:r>
          </a:p>
          <a:p>
            <a:r>
              <a:t>• Fintechs</a:t>
            </a:r>
          </a:p>
          <a:p>
            <a:r>
              <a:t>• Regulatory bodies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🚀 TRACTION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📊 CURRENT METRICS</a:t>
            </a:r>
          </a:p>
          <a:p>
            <a:r>
              <a:t>• 94% detection accuracy</a:t>
            </a:r>
          </a:p>
          <a:p>
            <a:r>
              <a:t>• 0.1% false positives</a:t>
            </a:r>
          </a:p>
          <a:p>
            <a:r>
              <a:t>• 99.9% uptime</a:t>
            </a:r>
          </a:p>
          <a:p>
            <a:r>
              <a:t>• &lt;100ms response time</a:t>
            </a:r>
          </a:p>
          <a:p/>
          <a:p>
            <a:r>
              <a:t>💼 ONGOING PILOTS</a:t>
            </a:r>
          </a:p>
          <a:p>
            <a:r>
              <a:t>• 3 crypto exchanges</a:t>
            </a:r>
          </a:p>
          <a:p>
            <a:r>
              <a:t>• 2 digital banks  </a:t>
            </a:r>
          </a:p>
          <a:p>
            <a:r>
              <a:t>• 1 regulatory body</a:t>
            </a:r>
          </a:p>
          <a:p/>
          <a:p>
            <a:r>
              <a:t>💵 FINANCIAL PROJECTION</a:t>
            </a:r>
          </a:p>
          <a:p>
            <a:r>
              <a:t>• Year 1: $2.5M ARR</a:t>
            </a:r>
          </a:p>
          <a:p>
            <a:r>
              <a:t>• Year 2: $8.5M ARR</a:t>
            </a:r>
          </a:p>
          <a:p>
            <a:r>
              <a:t>• Year 3: $25M ARR</a:t>
            </a:r>
          </a:p>
          <a:p/>
          <a:p>
            <a:r>
              <a:t>🏆 RECOGNITION</a:t>
            </a:r>
          </a:p>
          <a:p>
            <a:r>
              <a:t>• ISO 27001 certification</a:t>
            </a:r>
          </a:p>
          <a:p>
            <a:r>
              <a:t>• FATF approval</a:t>
            </a:r>
          </a:p>
          <a:p>
            <a:r>
              <a:t>• FinTech Innovation Award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💎 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🎯 SERIES A: $5 MILLION</a:t>
            </a:r>
          </a:p>
          <a:p/>
          <a:p>
            <a:r>
              <a:t>💰 USE OF FUNDS</a:t>
            </a:r>
          </a:p>
          <a:p>
            <a:r>
              <a:t>• 40% - Product development</a:t>
            </a:r>
          </a:p>
          <a:p>
            <a:r>
              <a:t>• 30% - Commercial expansion</a:t>
            </a:r>
          </a:p>
          <a:p>
            <a:r>
              <a:t>• 20% - Talent acquisition</a:t>
            </a:r>
          </a:p>
          <a:p>
            <a:r>
              <a:t>• 10% - Marketing &amp; partnerships</a:t>
            </a:r>
          </a:p>
          <a:p/>
          <a:p>
            <a:r>
              <a:t>🚀 12-MONTH MILESTONES</a:t>
            </a:r>
          </a:p>
          <a:p>
            <a:r>
              <a:t>• 50+ enterprise clients</a:t>
            </a:r>
          </a:p>
          <a:p>
            <a:r>
              <a:t>• Expansion to 10 countries</a:t>
            </a:r>
          </a:p>
          <a:p>
            <a:r>
              <a:t>• $15M ARR</a:t>
            </a:r>
          </a:p>
          <a:p>
            <a:r>
              <a:t>• Series B preparation</a:t>
            </a:r>
          </a:p>
          <a:p/>
          <a:p>
            <a:r>
              <a:t>📞 NEXT STEPS</a:t>
            </a:r>
          </a:p>
          <a:p>
            <a:r>
              <a:t>• Technical due diligence</a:t>
            </a:r>
          </a:p>
          <a:p>
            <a:r>
              <a:t>• Live demonstration</a:t>
            </a:r>
          </a:p>
          <a:p>
            <a:r>
              <a:t>• Team meeting</a:t>
            </a:r>
          </a:p>
          <a:p>
            <a:r>
              <a:t>• Investment agreement</a:t>
            </a:r>
          </a:p>
          <a:p/>
          <a:p>
            <a:r>
              <a:t>Join the AML revolution!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