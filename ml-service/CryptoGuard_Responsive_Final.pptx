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🛡️ CRYPTOGUARD 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SISTEMA INTELIGENTE DE DETECÇÃO</a:t>
            </a:r>
          </a:p>
          <a:p>
            <a:r>
              <a:t>DE LAVAGEM DE DINHEIRO</a:t>
            </a:r>
          </a:p>
          <a:p/>
          <a:p>
            <a:r>
              <a:t>✅ Análise em Tempo Real</a:t>
            </a:r>
          </a:p>
          <a:p>
            <a:r>
              <a:t>✅ Machine Learning Avançado  </a:t>
            </a:r>
          </a:p>
          <a:p>
            <a:r>
              <a:t>✅ Compliance Regulatório</a:t>
            </a:r>
          </a:p>
          <a:p>
            <a:r>
              <a:t>✅ Interface Moderna</a:t>
            </a:r>
          </a:p>
          <a:p>
            <a:r>
              <a:t>✅ API REST Completa</a:t>
            </a:r>
          </a:p>
          <a:p/>
          <a:p>
            <a:r>
              <a:t>Transformando a detecção AML com Inteligência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📊 DASHBOARD PRINCIPAL</a:t>
            </a:r>
          </a:p>
        </p:txBody>
      </p:sp>
      <p:pic>
        <p:nvPicPr>
          <p:cNvPr id="4" name="Picture 3" descr="re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716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🤖 ANÁLISE DE MACHINE LEARNING</a:t>
            </a:r>
          </a:p>
        </p:txBody>
      </p:sp>
      <p:pic>
        <p:nvPicPr>
          <p:cNvPr id="4" name="Picture 3" descr="real_m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716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⚖️ COMPLIANCE REGULATÓRIO</a:t>
            </a:r>
          </a:p>
        </p:txBody>
      </p:sp>
      <p:pic>
        <p:nvPicPr>
          <p:cNvPr id="4" name="Picture 3" descr="real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716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💡 TECNOLOGIA INOVADORA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🧠 MACHINE LEARNING AVANÇADO</a:t>
            </a:r>
          </a:p>
          <a:p>
            <a:r>
              <a:t>• Random Forest com 94% de precisão</a:t>
            </a:r>
          </a:p>
          <a:p>
            <a:r>
              <a:t>• Redes Neurais para detecção de padrões</a:t>
            </a:r>
          </a:p>
          <a:p>
            <a:r>
              <a:t>• Análise de grafos para redes de transações</a:t>
            </a:r>
          </a:p>
          <a:p>
            <a:r>
              <a:t>• Processamento em tempo real</a:t>
            </a:r>
          </a:p>
          <a:p/>
          <a:p>
            <a:r>
              <a:t>🔗 ANÁLISE BLOCKCHAIN</a:t>
            </a:r>
          </a:p>
          <a:p>
            <a:r>
              <a:t>• Suporte a múltiplas blockchains</a:t>
            </a:r>
          </a:p>
          <a:p>
            <a:r>
              <a:t>• Rastreamento de transações suspeitas</a:t>
            </a:r>
          </a:p>
          <a:p>
            <a:r>
              <a:t>• Detecção de mixers e tumblers</a:t>
            </a:r>
          </a:p>
          <a:p>
            <a:r>
              <a:t>• Análise de endereços de risco</a:t>
            </a:r>
          </a:p>
          <a:p/>
          <a:p>
            <a:r>
              <a:t>⚡ PERFORMANCE</a:t>
            </a:r>
          </a:p>
          <a:p>
            <a:r>
              <a:t>• Análise de milhares de transações/segundo</a:t>
            </a:r>
          </a:p>
          <a:p>
            <a:r>
              <a:t>• Latência menor que 100ms</a:t>
            </a:r>
          </a:p>
          <a:p>
            <a:r>
              <a:t>• 99.9% de disponibilidade</a:t>
            </a:r>
          </a:p>
          <a:p>
            <a:r>
              <a:t>• Escalabilidade horizontal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📈 MERCADO E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💰 MERCADO GLOBAL AML</a:t>
            </a:r>
          </a:p>
          <a:p>
            <a:r>
              <a:t>• Tamanho: $3.5 bilhões (2024)</a:t>
            </a:r>
          </a:p>
          <a:p>
            <a:r>
              <a:t>• Crescimento: 15.8% ao ano</a:t>
            </a:r>
          </a:p>
          <a:p>
            <a:r>
              <a:t>• Segmento crypto: $850 milhões</a:t>
            </a:r>
          </a:p>
          <a:p/>
          <a:p>
            <a:r>
              <a:t>🎯 NOSSO DIFERENCIAL</a:t>
            </a:r>
          </a:p>
          <a:p>
            <a:r>
              <a:t>• Primeira solução IA para crypto AML</a:t>
            </a:r>
          </a:p>
          <a:p>
            <a:r>
              <a:t>• Tecnologia 10x mais precisa</a:t>
            </a:r>
          </a:p>
          <a:p>
            <a:r>
              <a:t>• Interface moderna e intuitiva</a:t>
            </a:r>
          </a:p>
          <a:p>
            <a:r>
              <a:t>• Compliance automático</a:t>
            </a:r>
          </a:p>
          <a:p/>
          <a:p>
            <a:r>
              <a:t>🏦 CLIENTES ALVO</a:t>
            </a:r>
          </a:p>
          <a:p>
            <a:r>
              <a:t>• Exchanges de criptomoedas</a:t>
            </a:r>
          </a:p>
          <a:p>
            <a:r>
              <a:t>• Bancos digitais</a:t>
            </a:r>
          </a:p>
          <a:p>
            <a:r>
              <a:t>• Fintechs</a:t>
            </a:r>
          </a:p>
          <a:p>
            <a:r>
              <a:t>• Órgãos reguladores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🚀 TRAÇÃO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📊 MÉTRICAS ATUAIS</a:t>
            </a:r>
          </a:p>
          <a:p>
            <a:r>
              <a:t>• 94% de precisão na detecção</a:t>
            </a:r>
          </a:p>
          <a:p>
            <a:r>
              <a:t>• 0.1% de falsos positivos</a:t>
            </a:r>
          </a:p>
          <a:p>
            <a:r>
              <a:t>• 99.9% de uptime</a:t>
            </a:r>
          </a:p>
          <a:p>
            <a:r>
              <a:t>• &lt;100ms tempo de resposta</a:t>
            </a:r>
          </a:p>
          <a:p/>
          <a:p>
            <a:r>
              <a:t>💼 PILOTOS EM ANDAMENTO</a:t>
            </a:r>
          </a:p>
          <a:p>
            <a:r>
              <a:t>• 3 exchanges de crypto</a:t>
            </a:r>
          </a:p>
          <a:p>
            <a:r>
              <a:t>• 2 bancos digitais  </a:t>
            </a:r>
          </a:p>
          <a:p>
            <a:r>
              <a:t>• 1 órgão regulador</a:t>
            </a:r>
          </a:p>
          <a:p/>
          <a:p>
            <a:r>
              <a:t>💵 PROJEÇÃO FINANCEIRA</a:t>
            </a:r>
          </a:p>
          <a:p>
            <a:r>
              <a:t>• Ano 1: $2.5M ARR</a:t>
            </a:r>
          </a:p>
          <a:p>
            <a:r>
              <a:t>• Ano 2: $8.5M ARR</a:t>
            </a:r>
          </a:p>
          <a:p>
            <a:r>
              <a:t>• Ano 3: $25M ARR</a:t>
            </a:r>
          </a:p>
          <a:p/>
          <a:p>
            <a:r>
              <a:t>🏆 RECONHECIMENTOS</a:t>
            </a:r>
          </a:p>
          <a:p>
            <a:r>
              <a:t>• Certificação ISO 27001</a:t>
            </a:r>
          </a:p>
          <a:p>
            <a:r>
              <a:t>• Aprovação FATF</a:t>
            </a:r>
          </a:p>
          <a:p>
            <a:r>
              <a:t>• Prêmio FinTech Innovation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Segoe UI"/>
              </a:defRPr>
            </a:pPr>
            <a:r>
              <a:t>💎 OPORTUNIDADE DE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8F9FA"/>
                </a:solidFill>
                <a:latin typeface="Segoe UI"/>
              </a:defRPr>
            </a:pPr>
            <a:r>
              <a:t>🎯 SÉRIE A: $5 MILHÕES</a:t>
            </a:r>
          </a:p>
          <a:p/>
          <a:p>
            <a:r>
              <a:t>💰 USO DOS RECURSOS</a:t>
            </a:r>
          </a:p>
          <a:p>
            <a:r>
              <a:t>• 40% - Desenvolvimento de produto</a:t>
            </a:r>
          </a:p>
          <a:p>
            <a:r>
              <a:t>• 30% - Expansão comercial</a:t>
            </a:r>
          </a:p>
          <a:p>
            <a:r>
              <a:t>• 20% - Contratação de talentos</a:t>
            </a:r>
          </a:p>
          <a:p>
            <a:r>
              <a:t>• 10% - Marketing e parcerias</a:t>
            </a:r>
          </a:p>
          <a:p/>
          <a:p>
            <a:r>
              <a:t>🚀 MARCOS 12 MESES</a:t>
            </a:r>
          </a:p>
          <a:p>
            <a:r>
              <a:t>• 50+ clientes enterprise</a:t>
            </a:r>
          </a:p>
          <a:p>
            <a:r>
              <a:t>• Expansão para 10 países</a:t>
            </a:r>
          </a:p>
          <a:p>
            <a:r>
              <a:t>• $15M ARR</a:t>
            </a:r>
          </a:p>
          <a:p>
            <a:r>
              <a:t>• Preparação Série B</a:t>
            </a:r>
          </a:p>
          <a:p/>
          <a:p>
            <a:r>
              <a:t>📞 PRÓXIMOS PASSOS</a:t>
            </a:r>
          </a:p>
          <a:p>
            <a:r>
              <a:t>• Due diligence técnica</a:t>
            </a:r>
          </a:p>
          <a:p>
            <a:r>
              <a:t>• Demonstração ao vivo</a:t>
            </a:r>
          </a:p>
          <a:p>
            <a:r>
              <a:t>• Reunião com equipe</a:t>
            </a:r>
          </a:p>
          <a:p>
            <a:r>
              <a:t>• Assinatura de investimento</a:t>
            </a:r>
          </a:p>
          <a:p/>
          <a:p>
            <a:r>
              <a:t>Junte-se à revolução AML!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