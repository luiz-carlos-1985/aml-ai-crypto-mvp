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0E2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D4FF"/>
                </a:solidFill>
                <a:latin typeface="Arial Black"/>
              </a:defRPr>
            </a:pPr>
            <a:r>
              <a:t>CryptoGuard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Arial"/>
              </a:defRPr>
            </a:pPr>
            <a:r>
              <a:t>The World's Most Advanced Anti-Money Laundering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4864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FF88"/>
                </a:solidFill>
                <a:latin typeface="Arial"/>
              </a:defRPr>
            </a:pPr>
            <a:r>
              <a:t>Series B Funding Round - $15M Investment Opportunity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93F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The $2 Trillion Money Laundering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FF88"/>
                </a:solidFill>
                <a:latin typeface="Arial Black"/>
              </a:defRPr>
            </a:pPr>
            <a:r>
              <a:t>$2T+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Money Laundered</a:t>
            </a:r>
            <a:br/>
            <a:r>
              <a:t>Globally Per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8880" y="18288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FF88"/>
                </a:solidFill>
                <a:latin typeface="Arial Black"/>
              </a:defRPr>
            </a:pPr>
            <a:r>
              <a:t>$26B+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AML Compliance</a:t>
            </a:r>
            <a:br/>
            <a:r>
              <a:t>Costs Annually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18288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FF88"/>
                </a:solidFill>
                <a:latin typeface="Arial Black"/>
              </a:defRPr>
            </a:pPr>
            <a:r>
              <a:t>99%+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Crypto Transactions</a:t>
            </a:r>
            <a:br/>
            <a:r>
              <a:t>Go Undetected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1828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0FF88"/>
                </a:solidFill>
                <a:latin typeface="Arial Black"/>
              </a:defRPr>
            </a:pPr>
            <a:r>
              <a:t>156%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Increase in</a:t>
            </a:r>
            <a:br/>
            <a:r>
              <a:t>Crypto Crimes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• Legacy systems can't handle crypto complexity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• Regulatory requirements constantly changing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• Manual processes are slow and error-prone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• False positives cost $25M+ per institution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Arial"/>
              </a:defRPr>
            </a:pPr>
            <a:r>
              <a:t>• Cross-chain transactions are invisible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FAC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CryptoGuard AI: The Ultimate AML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2255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Arial Black"/>
              </a:defRPr>
            </a:pPr>
            <a:r>
              <a:t>Real-Time Detection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Sub-second analysis</a:t>
            </a:r>
            <a:br/>
            <a:r>
              <a:t>with 95%+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95600" y="1828800"/>
            <a:ext cx="2255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Arial Black"/>
              </a:defRPr>
            </a:pPr>
            <a:r>
              <a:t>Multi-Chain Intelligence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Coverage across</a:t>
            </a:r>
            <a:br/>
            <a:r>
              <a:t>8+ blockchains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0" y="1828800"/>
            <a:ext cx="2255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Arial Black"/>
              </a:defRPr>
            </a:pPr>
            <a:r>
              <a:t>Regulatory Autopilot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Auto-compliance with</a:t>
            </a:r>
            <a:br/>
            <a:r>
              <a:t>50+ jurisdictions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2255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Arial Black"/>
              </a:defRPr>
            </a:pPr>
            <a:r>
              <a:t>Enterprise Security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ISO 27001, SOC 2,</a:t>
            </a:r>
            <a:br/>
            <a:r>
              <a:t>PCI DSS certified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5600" y="3657600"/>
            <a:ext cx="2255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Arial Black"/>
              </a:defRPr>
            </a:pPr>
            <a:r>
              <a:t>Intelligent Reporting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Auto-generated</a:t>
            </a:r>
            <a:br/>
            <a:r>
              <a:t>SARs and CTRs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0" y="3657600"/>
            <a:ext cx="2255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0D4FF"/>
                </a:solidFill>
                <a:latin typeface="Arial Black"/>
              </a:defRPr>
            </a:pPr>
            <a:r>
              <a:t>Zero False Positives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90%+ reduction</a:t>
            </a:r>
            <a:br/>
            <a:r>
              <a:t>in false alerts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Massive 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TAM: $45.8B - Global AML software market by 2028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SAM: $12.3B - Crypto-focused AML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SOM: $1.2B - Enterprise crypto AML (5-year target)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Crypto Growth: 2,300%+ market growth in 5 years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Regulatory Pressure: $10B+ in fines annually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Institutional Adoption: 87% of banks planning crypto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Global Expansion: 156 countries with crypto laws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Proprietary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CryptoGraph Neural Network - Proprietary GNN (Patent pending)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Multi-Chain Intelligence Engine - 8+ blockchain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Regulatory Autopilot System - 50+ jurisdiction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Zero-Knowledge Risk Scoring - Privacy-preserving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AI/ML Expertise: 50+ models, 5+ years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Data Advantage: 100M+ labeled transactions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Security Infrastructure: Military-grade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Performance Edge: Sub-second vs. competitors' minutes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Explosive Growth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ARR: $2.3M (+340% YoY)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Customers: 23 (+280% YoY)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Transactions: 500M+ analyzed (+1,200% YoY)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Detection: $1.2B+ money laundering 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Major US Bank: $500K+ ARR (Live in production)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Top-5 Crypto Exchange: $300K+ ARR (Expanding globally)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Government Agency: $200K+ ARR (Multi-year contract)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093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Pipeline: 45+ qualified leads, $3.2M total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Speed: Sub-second vs. competitors' minutes/hours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AI Technology: Proprietary GNN vs. basic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Multi-Chain: 8+ blockchains vs. limited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Regulatory: Auto-compliance vs. manual processes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Cost: 70% reduction vs. high implementation costs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Only true next-generation AML 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Clear technology and market leadership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Series B Funding Round: $15M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Sales &amp; Marketing (40%): $6M - Scale go-to-market globally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Product Development (35%): $5.25M - Advanced AI, R&amp;D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Team Expansion (20%): $3M - Hire 50+ engineers,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Working Capital (5%): $0.75M - Operations, legal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18-Month Targets: $25M ARR, 150+ customers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Geographic Expansion: 5 new markets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Exit Strategy: $5B+ IPO potential in 5-7 years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 Black"/>
              </a:defRPr>
            </a:pPr>
            <a:r>
              <a:t>Join the Revolution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Build the Future of Financial Crime Prevention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Series B Investment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$15M Funding 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$75M Pre-Money 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10x+ Return Potential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First-Mover Advantage in $45B+ 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• Contact: investors@cryptoguard.ai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